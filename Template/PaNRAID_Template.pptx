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webextensions/taskpanes.xml" ContentType="application/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gif" ContentType="image/gif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C1F9C3-4D1C-4C31-91A3-BA51B090DBB1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DC67081-5273-4458-98CC-62B47D8A380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D72DA60-98FA-4D64-8A51-BE81B23EA06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6F53474-9372-41F0-B264-70B0152A6D41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iq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é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xt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e-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392760" y="-1425960"/>
            <a:ext cx="4754520" cy="47545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Shape 1"/>
          <p:cNvSpPr/>
          <p:nvPr/>
        </p:nvSpPr>
        <p:spPr>
          <a:xfrm>
            <a:off x="-1828800" y="4206240"/>
            <a:ext cx="4205880" cy="42058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14173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9fb4e8"/>
                </a:solidFill>
                <a:effectLst/>
                <a:uFillTx/>
                <a:latin typeface="Calibri"/>
                <a:ea typeface="Calibri"/>
              </a:rPr>
              <a:t>SUB-TITLE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77240" y="1828800"/>
            <a:ext cx="10515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TITLE</a:t>
            </a:r>
            <a:endParaRPr b="0" lang="fr-F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3246120"/>
            <a:ext cx="634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Short abstract/keywords/sub-title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22960" y="416052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22960" y="416052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 — neutrons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2377440" y="416052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377440" y="416052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 — X-rays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822960" y="5897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Author   ·   Affiliation</a:t>
            </a:r>
            <a:endParaRPr b="0" lang="fr-FR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LogoCard"/>
          <p:cNvSpPr/>
          <p:nvPr/>
        </p:nvSpPr>
        <p:spPr>
          <a:xfrm>
            <a:off x="7429680" y="3759120"/>
            <a:ext cx="3809520" cy="149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" name="SchoolCredit"/>
          <p:cNvSpPr/>
          <p:nvPr/>
        </p:nvSpPr>
        <p:spPr>
          <a:xfrm>
            <a:off x="7429680" y="5384880"/>
            <a:ext cx="38095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300" strike="noStrike" u="none">
                <a:solidFill>
                  <a:srgbClr val="c9d2ee"/>
                </a:solidFill>
                <a:effectLst/>
                <a:uFillTx/>
                <a:latin typeface="Calibri"/>
              </a:rPr>
              <a:t>PaNRAID School  ·  supported by PEPR DIADEM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Picture 17" descr=""/>
          <p:cNvPicPr/>
          <p:nvPr/>
        </p:nvPicPr>
        <p:blipFill>
          <a:blip r:embed="rId1"/>
          <a:srcRect l="11719" t="16991" r="0" b="0"/>
          <a:stretch/>
        </p:blipFill>
        <p:spPr>
          <a:xfrm>
            <a:off x="825480" y="457200"/>
            <a:ext cx="1396800" cy="71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15" descr=""/>
          <p:cNvPicPr/>
          <p:nvPr/>
        </p:nvPicPr>
        <p:blipFill>
          <a:blip r:embed="rId2"/>
          <a:stretch/>
        </p:blipFill>
        <p:spPr>
          <a:xfrm>
            <a:off x="7429680" y="478800"/>
            <a:ext cx="4539240" cy="673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" name="Group 16"/>
          <p:cNvGrpSpPr/>
          <p:nvPr/>
        </p:nvGrpSpPr>
        <p:grpSpPr>
          <a:xfrm>
            <a:off x="7936200" y="3847680"/>
            <a:ext cx="2796120" cy="1321200"/>
            <a:chOff x="7936200" y="3847680"/>
            <a:chExt cx="2796120" cy="1321200"/>
          </a:xfrm>
        </p:grpSpPr>
        <p:grpSp>
          <p:nvGrpSpPr>
            <p:cNvPr id="24" name="Group 18"/>
            <p:cNvGrpSpPr/>
            <p:nvPr/>
          </p:nvGrpSpPr>
          <p:grpSpPr>
            <a:xfrm>
              <a:off x="9343440" y="3847680"/>
              <a:ext cx="1388880" cy="1258200"/>
              <a:chOff x="9343440" y="3847680"/>
              <a:chExt cx="1388880" cy="1258200"/>
            </a:xfrm>
          </p:grpSpPr>
          <p:pic>
            <p:nvPicPr>
              <p:cNvPr id="25" name="Picture 20" descr=""/>
              <p:cNvPicPr/>
              <p:nvPr/>
            </p:nvPicPr>
            <p:blipFill>
              <a:blip r:embed="rId3"/>
              <a:srcRect l="48137" t="0" r="0" b="0"/>
              <a:stretch/>
            </p:blipFill>
            <p:spPr>
              <a:xfrm>
                <a:off x="9392760" y="3847680"/>
                <a:ext cx="1294200" cy="775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6" name="Picture 21" descr="Synchrotron SOLEIL"/>
              <p:cNvPicPr/>
              <p:nvPr/>
            </p:nvPicPr>
            <p:blipFill>
              <a:blip r:embed="rId4"/>
              <a:stretch/>
            </p:blipFill>
            <p:spPr>
              <a:xfrm>
                <a:off x="9343440" y="4576320"/>
                <a:ext cx="963000" cy="465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" name="Picture 22" descr="DTU Physics"/>
              <p:cNvPicPr/>
              <p:nvPr/>
            </p:nvPicPr>
            <p:blipFill>
              <a:blip r:embed="rId5"/>
              <a:stretch/>
            </p:blipFill>
            <p:spPr>
              <a:xfrm>
                <a:off x="10378800" y="4584960"/>
                <a:ext cx="353520" cy="520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28" name="Picture 19" descr=""/>
            <p:cNvPicPr/>
            <p:nvPr/>
          </p:nvPicPr>
          <p:blipFill>
            <a:blip r:embed="rId6"/>
            <a:stretch/>
          </p:blipFill>
          <p:spPr>
            <a:xfrm>
              <a:off x="7936200" y="3852360"/>
              <a:ext cx="1294200" cy="13165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SECTION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Slide title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{presentation title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Copied Picture 30" descr=""/>
          <p:cNvPicPr/>
          <p:nvPr/>
        </p:nvPicPr>
        <p:blipFill>
          <a:blip r:embed="rId1"/>
          <a:srcRect l="11719" t="16991" r="0" b="0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9410040" y="-1457640"/>
            <a:ext cx="4754520" cy="47545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-1828800" y="4206240"/>
            <a:ext cx="4205880" cy="42058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2"/>
          <p:cNvSpPr/>
          <p:nvPr/>
        </p:nvSpPr>
        <p:spPr>
          <a:xfrm>
            <a:off x="822960" y="22860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b="0" lang="fr-FR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822960" y="324612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b="0" lang="fr-F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822960" y="429768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Text 5"/>
          <p:cNvSpPr/>
          <p:nvPr/>
        </p:nvSpPr>
        <p:spPr>
          <a:xfrm>
            <a:off x="822960" y="429768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mcstas.org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2377440" y="429768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7"/>
          <p:cNvSpPr/>
          <p:nvPr/>
        </p:nvSpPr>
        <p:spPr>
          <a:xfrm>
            <a:off x="2377440" y="429768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mcxtrace.org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9"/>
          <p:cNvSpPr/>
          <p:nvPr/>
        </p:nvSpPr>
        <p:spPr>
          <a:xfrm>
            <a:off x="822960" y="58978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Peter Willendrup   ·   pkwi@fysik.dtu.dk   ·   DTU Physics</a:t>
            </a:r>
            <a:endParaRPr b="0" lang="fr-FR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{presentation title</a:t>
            </a:r>
            <a:endParaRPr b="0" lang="fr-F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b="0" lang="fr-F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artnerCard"/>
          <p:cNvSpPr/>
          <p:nvPr/>
        </p:nvSpPr>
        <p:spPr>
          <a:xfrm>
            <a:off x="6603840" y="4165560"/>
            <a:ext cx="4952520" cy="157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" name="PartnerLabel"/>
          <p:cNvSpPr/>
          <p:nvPr/>
        </p:nvSpPr>
        <p:spPr>
          <a:xfrm>
            <a:off x="6921360" y="4368960"/>
            <a:ext cx="4317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GB" sz="1100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SUPPORTED BY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Picture 15" descr=""/>
          <p:cNvPicPr/>
          <p:nvPr/>
        </p:nvPicPr>
        <p:blipFill>
          <a:blip r:embed="rId1"/>
          <a:stretch/>
        </p:blipFill>
        <p:spPr>
          <a:xfrm>
            <a:off x="6921360" y="4749840"/>
            <a:ext cx="431748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Copied Picture 17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LogoCard"/>
          <p:cNvSpPr/>
          <p:nvPr/>
        </p:nvSpPr>
        <p:spPr>
          <a:xfrm>
            <a:off x="7375680" y="2105640"/>
            <a:ext cx="3809520" cy="149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1" name="Group 18"/>
          <p:cNvGrpSpPr/>
          <p:nvPr/>
        </p:nvGrpSpPr>
        <p:grpSpPr>
          <a:xfrm>
            <a:off x="7882560" y="2194200"/>
            <a:ext cx="2796120" cy="1321200"/>
            <a:chOff x="7882560" y="2194200"/>
            <a:chExt cx="2796120" cy="1321200"/>
          </a:xfrm>
        </p:grpSpPr>
        <p:grpSp>
          <p:nvGrpSpPr>
            <p:cNvPr id="52" name="Group 19"/>
            <p:cNvGrpSpPr/>
            <p:nvPr/>
          </p:nvGrpSpPr>
          <p:grpSpPr>
            <a:xfrm>
              <a:off x="9289440" y="2194200"/>
              <a:ext cx="1389240" cy="1258200"/>
              <a:chOff x="9289440" y="2194200"/>
              <a:chExt cx="1389240" cy="1258200"/>
            </a:xfrm>
          </p:grpSpPr>
          <p:pic>
            <p:nvPicPr>
              <p:cNvPr id="53" name="Picture 21" descr=""/>
              <p:cNvPicPr/>
              <p:nvPr/>
            </p:nvPicPr>
            <p:blipFill>
              <a:blip r:embed="rId3"/>
              <a:srcRect l="48137" t="0" r="0" b="0"/>
              <a:stretch/>
            </p:blipFill>
            <p:spPr>
              <a:xfrm>
                <a:off x="9339120" y="2194200"/>
                <a:ext cx="1294200" cy="775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54" name="Picture 22" descr="Synchrotron SOLEIL"/>
              <p:cNvPicPr/>
              <p:nvPr/>
            </p:nvPicPr>
            <p:blipFill>
              <a:blip r:embed="rId4"/>
              <a:stretch/>
            </p:blipFill>
            <p:spPr>
              <a:xfrm>
                <a:off x="9289440" y="2922840"/>
                <a:ext cx="963000" cy="465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55" name="Picture 23" descr="DTU Physics"/>
              <p:cNvPicPr/>
              <p:nvPr/>
            </p:nvPicPr>
            <p:blipFill>
              <a:blip r:embed="rId5"/>
              <a:stretch/>
            </p:blipFill>
            <p:spPr>
              <a:xfrm>
                <a:off x="10325160" y="2931480"/>
                <a:ext cx="353520" cy="520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56" name="Picture 20" descr=""/>
            <p:cNvPicPr/>
            <p:nvPr/>
          </p:nvPicPr>
          <p:blipFill>
            <a:blip r:embed="rId6"/>
            <a:stretch/>
          </p:blipFill>
          <p:spPr>
            <a:xfrm>
              <a:off x="7882560" y="2198880"/>
              <a:ext cx="1294200" cy="13165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LibreOffice/25.2.3.2$Linux_X86_64 LibreOffice_project/520$Build-2</Application>
  <AppVersion>15.0000</AppVersion>
  <Words>1713</Words>
  <Paragraphs>325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2026-09-04T14:34:15Z</dcterms:created>
  <dc:creator>Emmanuel FARHI</dc:creator>
  <dc:description/>
  <dc:language>fr-FR</dc:language>
  <cp:lastModifiedBy>Emmanuel FARHI</cp:lastModifiedBy>
  <dcterms:modified xsi:type="dcterms:W3CDTF">2026-09-04T14:50:16Z</dcterms:modified>
  <cp:revision>22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